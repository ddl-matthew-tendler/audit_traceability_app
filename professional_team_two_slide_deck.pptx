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/>
    </p:titleStyle>
    <p:bodyStyle>
      <a:lvl1pPr marL="0" indent="0"/>
    </p:bodyStyle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/>
        </p:txBody>
      </p:sp>
      <p:sp>
        <p:nvSpPr>
          <p:cNvPr id="3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914400" y="1219200"/>
            <a:ext cx="7315200" cy="1219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600" b="1">
                <a:solidFill>
                  <a:srgbClr val="0F172A"/>
                </a:solidFill>
                <a:latin typeface="Aptos Display"/>
              </a:rPr>
              <a:t>Team Update</a:t>
            </a:r>
            <a:endParaRPr lang="en-US" sz="2600"/>
          </a:p>
        </p:txBody>
      </p:sp>
      <p:sp>
        <p:nvSpPr>
          <p:cNvPr id="5" name="Subtitle"/>
          <p:cNvSpPr txBox="1"/>
          <p:nvPr/>
        </p:nvSpPr>
        <p:spPr>
          <a:xfrm>
            <a:off x="914400" y="243840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200">
                <a:solidFill>
                  <a:srgbClr val="475569"/>
                </a:solidFill>
                <a:latin typeface="Aptos"/>
              </a:rPr>
              <a:t>Quarterly priorities, execution focus, and team alignment</a:t>
            </a:r>
            <a:endParaRPr lang="en-US" sz="1200"/>
          </a:p>
        </p:txBody>
      </p:sp>
      <p:sp>
        <p:nvSpPr>
          <p:cNvPr id="6" name="Accent Line"/>
          <p:cNvSpPr/>
          <p:nvPr/>
        </p:nvSpPr>
        <p:spPr>
          <a:xfrm>
            <a:off x="914400" y="3657600"/>
            <a:ext cx="2743200" cy="68580"/>
          </a:xfrm>
          <a:prstGeom prst="rect">
            <a:avLst/>
          </a:prstGeom>
          <a:solidFill>
            <a:srgbClr val="14B8A6"/>
          </a:solidFill>
        </p:spPr>
        <p:txBody>
          <a:bodyPr/>
          <a:lstStyle/>
          <a:p/>
        </p:txBody>
      </p:sp>
      <p:sp>
        <p:nvSpPr>
          <p:cNvPr id="7" name="Footer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900">
                <a:solidFill>
                  <a:srgbClr val="64748B"/>
                </a:solidFill>
                <a:latin typeface="Aptos"/>
              </a:rPr>
              <a:t>Prepared for internal team review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Header"/>
          <p:cNvSpPr txBox="1"/>
          <p:nvPr/>
        </p:nvSpPr>
        <p:spPr>
          <a:xfrm>
            <a:off x="914400" y="685800"/>
            <a:ext cx="822960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800" b="1">
                <a:solidFill>
                  <a:srgbClr val="0F172A"/>
                </a:solidFill>
                <a:latin typeface="Aptos Display"/>
              </a:rPr>
              <a:t>Current Priorities</a:t>
            </a:r>
            <a:endParaRPr lang="en-US" sz="1800"/>
          </a:p>
        </p:txBody>
      </p:sp>
      <p:sp>
        <p:nvSpPr>
          <p:cNvPr id="4" name="Panel Left"/>
          <p:cNvSpPr/>
          <p:nvPr/>
        </p:nvSpPr>
        <p:spPr>
          <a:xfrm>
            <a:off x="914400" y="1600200"/>
            <a:ext cx="3108960" cy="3429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228600" tIns="228600" rIns="228600" bIns="228600"/>
          <a:lstStyle/>
          <a:p>
            <a:r>
              <a:rPr lang="en-US" sz="1200" b="1">
                <a:solidFill>
                  <a:srgbClr val="0F4C81"/>
                </a:solidFill>
              </a:rPr>
              <a:t>Delivery</a:t>
            </a:r>
            <a:endParaRPr lang="en-US" sz="1200"/>
          </a:p>
          <a:p>
            <a:pPr marL="2743200" indent="-228600"/>
            <a:buChar char="•"/>
            <a:r>
              <a:rPr lang="en-US" sz="1000">
                <a:solidFill>
                  <a:srgbClr val="334155"/>
                </a:solidFill>
              </a:rPr>
              <a:t>Maintain milestone visibility</a:t>
            </a:r>
          </a:p>
          <a:p>
            <a:pPr marL="2743200" indent="-228600"/>
            <a:buChar char="•"/>
            <a:r>
              <a:rPr lang="en-US" sz="1000">
                <a:solidFill>
                  <a:srgbClr val="334155"/>
                </a:solidFill>
              </a:rPr>
              <a:t>Resolve blockers early</a:t>
            </a:r>
          </a:p>
        </p:txBody>
      </p:sp>
      <p:sp>
        <p:nvSpPr>
          <p:cNvPr id="5" name="Panel Center"/>
          <p:cNvSpPr/>
          <p:nvPr/>
        </p:nvSpPr>
        <p:spPr>
          <a:xfrm>
            <a:off x="4572000" y="1600200"/>
            <a:ext cx="3108960" cy="3429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txBody>
          <a:bodyPr wrap="square" lIns="228600" tIns="228600" rIns="228600" bIns="228600"/>
          <a:lstStyle/>
          <a:p>
            <a:r>
              <a:rPr lang="en-US" sz="1200" b="1">
                <a:solidFill>
                  <a:srgbClr val="0F766E"/>
                </a:solidFill>
              </a:rPr>
              <a:t>Collaboration</a:t>
            </a:r>
            <a:endParaRPr lang="en-US" sz="1200"/>
          </a:p>
          <a:p>
            <a:pPr marL="2743200" indent="-228600"/>
            <a:buChar char="•"/>
            <a:r>
              <a:rPr lang="en-US" sz="1000">
                <a:solidFill>
                  <a:srgbClr val="334155"/>
                </a:solidFill>
              </a:rPr>
              <a:t>Share decisions in one place</a:t>
            </a:r>
          </a:p>
          <a:p>
            <a:pPr marL="2743200" indent="-228600"/>
            <a:buChar char="•"/>
            <a:r>
              <a:rPr lang="en-US" sz="1000">
                <a:solidFill>
                  <a:srgbClr val="334155"/>
                </a:solidFill>
              </a:rPr>
              <a:t>Keep ownership explicit</a:t>
            </a:r>
          </a:p>
        </p:txBody>
      </p:sp>
      <p:sp>
        <p:nvSpPr>
          <p:cNvPr id="6" name="Panel Right"/>
          <p:cNvSpPr/>
          <p:nvPr/>
        </p:nvSpPr>
        <p:spPr>
          <a:xfrm>
            <a:off x="8229600" y="1600200"/>
            <a:ext cx="3108960" cy="342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228600" tIns="228600" rIns="228600" bIns="228600"/>
          <a:lstStyle/>
          <a:p>
            <a:r>
              <a:rPr lang="en-US" sz="1200" b="1">
                <a:solidFill>
                  <a:srgbClr val="475569"/>
                </a:solidFill>
              </a:rPr>
              <a:t>Quality</a:t>
            </a:r>
            <a:endParaRPr lang="en-US" sz="1200"/>
          </a:p>
          <a:p>
            <a:pPr marL="2743200" indent="-228600"/>
            <a:buChar char="•"/>
            <a:r>
              <a:rPr lang="en-US" sz="1000">
                <a:solidFill>
                  <a:srgbClr val="334155"/>
                </a:solidFill>
              </a:rPr>
              <a:t>Track outcomes, not activity</a:t>
            </a:r>
          </a:p>
          <a:p>
            <a:pPr marL="2743200" indent="-228600"/>
            <a:buChar char="•"/>
            <a:r>
              <a:rPr lang="en-US" sz="1000">
                <a:solidFill>
                  <a:srgbClr val="334155"/>
                </a:solidFill>
              </a:rPr>
              <a:t>Standardize review checkpoints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essional Theme">
  <a:themeElements>
    <a:clrScheme name="Professional">
      <a:dk1>
        <a:srgbClr val="0F172A"/>
      </a:dk1>
      <a:lt1>
        <a:srgbClr val="FFFFFF"/>
      </a:lt1>
      <a:dk2>
        <a:srgbClr val="1E293B"/>
      </a:dk2>
      <a:lt2>
        <a:srgbClr val="E2E8F0"/>
      </a:lt2>
      <a:accent1>
        <a:srgbClr val="0F4C81"/>
      </a:accent1>
      <a:accent2>
        <a:srgbClr val="3B82F6"/>
      </a:accent2>
      <a:accent3>
        <a:srgbClr val="14B8A6"/>
      </a:accent3>
      <a:accent4>
        <a:srgbClr val="64748B"/>
      </a:accent4>
      <a:accent5>
        <a:srgbClr val="CBD5E1"/>
      </a:accent5>
      <a:accent6>
        <a:srgbClr val="0B132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rofessional">
      <a:fillStyleLst>
        <a:solidFill>
          <a:schemeClr val="phClr"/>
        </a:solidFill>
        <a:gradFill rotWithShape="1">
          <a:gsLst>
            <a:gs pos="0">
              <a:schemeClr val="accent1"/>
            </a:gs>
            <a:gs pos="100000">
              <a:schemeClr val="accent2"/>
            </a:gs>
          </a:gsLst>
          <a:lin ang="5400000" scaled="0"/>
        </a:gradFill>
      </a:fillStyleLst>
      <a:lnStyleLst>
        <a:ln w="12700" cap="flat" cmpd="sng" algn="ctr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Professional Team Deck</vt:lpstr>
    </vt:vector>
  </TitlesOfParts>
  <Company>Domino Apps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Team Deck</dc:title>
  <dc:creator>OpenAI Codex</dc:creator>
  <cp:lastModifiedBy>OpenAI Codex</cp:lastModifiedBy>
  <dcterms:created xsi:type="dcterms:W3CDTF">2026-03-13T12:00:00Z</dcterms:created>
  <dcterms:modified xsi:type="dcterms:W3CDTF">2026-03-13T12:00:00Z</dcterms:modified>
</cp:coreProperties>
</file>